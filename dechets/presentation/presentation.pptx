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Durées prévues : partie 1 = 4 min, partie 2 = 5 min (rappel, déjà présentée avec son rapport PDF), partie 3 = 16 min (cœur de la présentation), partie 4 = 5 min. Total 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2026-10-27T09:59:28Z</dcterms:created>
  <dcterms:modified xsi:type="dcterms:W3CDTF">2026-10-27T09:59:28Z</dcterms:modified>
</cp:coreProperties>
</file>