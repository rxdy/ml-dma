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totale : 30 minutes. Partie 1 : 4 min, partie 2 : 5 min (rappel), partie 3 : 16 min, partie 4 :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Durées prévues : partie 1 = 4 min, partie 2 = 5 min (rappel, déjà présentée avec son rapport PDF), partie 3 = 16 min (cœur de la présentation), partie 4 = 5 min. Total 30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les deux questions de nature différente qui structurent tout le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choix répond à un constat de l'exploration.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n'est pas un échec : la production par habitant change très peu d'une enquête à l'autre. Les variables comme la population ne varient pas dans le temps, elles ne peuvent pas expliquer un changement.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de « prédire » à « découvrir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variables ne se répètent pas : aucune corrélation ne dépasse 0,6. Recyclables/dangereux 0,59 ; OMR/recyclables -0,36 : ce qui n'est pas trié finit dans la poubelle ordinaire.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explications (jardins, habitat collectif, tourisme) sont des hypothèses : nos données ne permettent pas de les vérifier. La Martinique et la Guyane rejoignent les agglomérations pour une autre raison : le nom décrit la majorité des membres.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déchets des départements français</dc:title>
  <dc:subject>PptxGenJS Presentation</dc:subject>
  <dc:creator>Created by Marp</dc:creator>
  <cp:lastModifiedBy>Created by Marp</cp:lastModifiedBy>
  <cp:revision>1</cp:revision>
  <dcterms:created xsi:type="dcterms:W3CDTF">2026-10-27T10:07:18Z</dcterms:created>
  <dcterms:modified xsi:type="dcterms:W3CDTF">2026-10-27T10:07:18Z</dcterms:modified>
</cp:coreProperties>
</file>